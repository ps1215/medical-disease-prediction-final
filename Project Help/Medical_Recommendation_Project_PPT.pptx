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Personalized Medical Recommendation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Using Machine Learning</a:t>
            </a:r>
          </a:p>
          <a:p>
            <a:r>
              <a:t>By Piyush Singh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 face symptoms but don't know:</a:t>
            </a:r>
          </a:p>
          <a:p>
            <a:r>
              <a:t>• Possible disease</a:t>
            </a:r>
          </a:p>
          <a:p>
            <a:r>
              <a:t>• Severity (mild/moderate/severe)</a:t>
            </a:r>
          </a:p>
          <a:p>
            <a:r>
              <a:t>• What action to take</a:t>
            </a:r>
          </a:p>
          <a:p>
            <a:r>
              <a:t>Our system solves this!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Take user-selected symptoms</a:t>
            </a:r>
          </a:p>
          <a:p>
            <a:r>
              <a:t>• Predict most likely diseases</a:t>
            </a:r>
          </a:p>
          <a:p>
            <a:r>
              <a:t>• Predict severity</a:t>
            </a:r>
          </a:p>
          <a:p>
            <a:r>
              <a:t>• Provide personalized recommendations</a:t>
            </a:r>
          </a:p>
          <a:p>
            <a:r>
              <a:t>• Display results in a Streamlit web 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Symptom-disease dataset (500 rows)</a:t>
            </a:r>
          </a:p>
          <a:p>
            <a:r>
              <a:t>• Multiple symptoms per record</a:t>
            </a:r>
          </a:p>
          <a:p>
            <a:r>
              <a:t>• Target column: Disease</a:t>
            </a:r>
          </a:p>
          <a:p>
            <a:r>
              <a:t>• Used for ML training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selects symptoms</a:t>
            </a:r>
          </a:p>
          <a:p>
            <a:r>
              <a:t>2. Feature engineering</a:t>
            </a:r>
          </a:p>
          <a:p>
            <a:r>
              <a:t>3. Stacked ML model → Disease prediction</a:t>
            </a:r>
          </a:p>
          <a:p>
            <a:r>
              <a:t>4. Severity model → Mild/Moderate/Severe</a:t>
            </a:r>
          </a:p>
          <a:p>
            <a:r>
              <a:t>5. KNN → Similar patients</a:t>
            </a:r>
          </a:p>
          <a:p>
            <a:r>
              <a:t>6. Personalized recommendation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Symptom count</a:t>
            </a:r>
          </a:p>
          <a:p>
            <a:r>
              <a:t>• Respiratory index</a:t>
            </a:r>
          </a:p>
          <a:p>
            <a:r>
              <a:t>• Fever-cough interaction</a:t>
            </a:r>
          </a:p>
          <a:p>
            <a:r>
              <a:t>• Severity levels (0–3)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Models used:</a:t>
            </a:r>
          </a:p>
          <a:p>
            <a:r>
              <a:t>• Random Forest</a:t>
            </a:r>
          </a:p>
          <a:p>
            <a:r>
              <a:t>• XGBoost</a:t>
            </a:r>
          </a:p>
          <a:p>
            <a:r>
              <a:t>• SVM</a:t>
            </a:r>
          </a:p>
          <a:p>
            <a:r>
              <a:t>• Neural Network (MLP)</a:t>
            </a:r>
          </a:p>
          <a:p>
            <a:r>
              <a:t>Combined using Stacking Classifier → Higher accuracy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Severity Prediction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Mild</a:t>
            </a:r>
          </a:p>
          <a:p>
            <a:r>
              <a:t>• Moderate</a:t>
            </a:r>
          </a:p>
          <a:p>
            <a:r>
              <a:t>• Severe</a:t>
            </a:r>
          </a:p>
          <a:p>
            <a:r>
              <a:t>Helps users understand urgency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KNN finds similar patients</a:t>
            </a:r>
          </a:p>
          <a:p>
            <a:r>
              <a:t>• Gives personalized suggestions:</a:t>
            </a:r>
          </a:p>
          <a:p>
            <a:r>
              <a:t>  - Home remedies</a:t>
            </a:r>
          </a:p>
          <a:p>
            <a:r>
              <a:t>  - Safe OTC medicines</a:t>
            </a:r>
          </a:p>
          <a:p>
            <a:r>
              <a:t>  - Tests to consider</a:t>
            </a:r>
          </a:p>
          <a:p>
            <a:r>
              <a:t>  - When to see a doctor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App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Symptom selection interface</a:t>
            </a:r>
          </a:p>
          <a:p>
            <a:r>
              <a:t>• Disease prediction</a:t>
            </a:r>
          </a:p>
          <a:p>
            <a:r>
              <a:t>• Probability graph</a:t>
            </a:r>
          </a:p>
          <a:p>
            <a:r>
              <a:t>• Severity score</a:t>
            </a:r>
          </a:p>
          <a:p>
            <a:r>
              <a:t>• Personalized recommendations</a:t>
            </a:r>
          </a:p>
          <a:p>
            <a:r>
              <a:t>• Clean professional UI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Accurate predictions</a:t>
            </a:r>
          </a:p>
          <a:p>
            <a:r>
              <a:t>• Reliable severity scoring</a:t>
            </a:r>
          </a:p>
          <a:p>
            <a:r>
              <a:t>• Useful real-world healthcare tool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End-to-end ML healthcare system</a:t>
            </a:r>
          </a:p>
          <a:p>
            <a:r>
              <a:t>• Uses advanced ML techniques</a:t>
            </a:r>
          </a:p>
          <a:p>
            <a:r>
              <a:t>• Helps users with medical guidance</a:t>
            </a:r>
          </a:p>
          <a:p>
            <a:r>
              <a:t>• Ready for real-world implementation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283</Words>
  <Application>Microsoft Office PowerPoint</Application>
  <PresentationFormat>On-screen Show (4:3)</PresentationFormat>
  <Paragraphs>69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Personalized Medical Recommendation System</vt:lpstr>
      <vt:lpstr>Problem Statement</vt:lpstr>
      <vt:lpstr>Project Objective</vt:lpstr>
      <vt:lpstr>Dataset Overview</vt:lpstr>
      <vt:lpstr>Data Flow</vt:lpstr>
      <vt:lpstr>Feature Engineering</vt:lpstr>
      <vt:lpstr>Machine Learning Models</vt:lpstr>
      <vt:lpstr>Severity Prediction Model</vt:lpstr>
      <vt:lpstr>Recommendation System</vt:lpstr>
      <vt:lpstr>Streamlit App Features</vt:lpstr>
      <vt:lpstr>Results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Piyush Singh</dc:creator>
  <cp:keywords/>
  <dc:description>generated using python-pptx</dc:description>
  <cp:lastModifiedBy>Piyush Singh</cp:lastModifiedBy>
  <cp:revision>1</cp:revision>
  <dcterms:created xsi:type="dcterms:W3CDTF">2013-01-27T09:14:16Z</dcterms:created>
  <dcterms:modified xsi:type="dcterms:W3CDTF">2025-11-27T18:14:31Z</dcterms:modified>
  <cp:category/>
</cp:coreProperties>
</file>